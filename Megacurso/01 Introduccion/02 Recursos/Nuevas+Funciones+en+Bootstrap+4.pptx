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598B0-3A78-41C3-9A6E-6820EFB05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974D7A-A115-448C-BD8E-F34994D39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79C8FC-FF27-43E4-A890-2C85EE81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9A425C-163C-43F0-9DE4-A6A27F3B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F256E2-F6DA-4179-863B-A91B8229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605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C6070-553D-444A-95E7-E256193A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818020-1619-4579-9DF6-CBBD7AE91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4BECC8-7A34-4F11-A998-BF86AFD9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BFEC22-1031-4F81-8946-FA18066ED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E02021-837A-4FBE-A231-13886146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297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B0BD8-B521-456D-96A2-D175C6A55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0B9E43-930D-4098-9123-56829CD78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E1E3DE-68C2-41BE-AB2D-8803DEBD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C0F6F0-2486-49F5-9E3D-0A919D62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3B064F-D43C-4348-B0B3-5AE08C2E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9676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1E233-6F97-4966-A158-F3F2D184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C423E6-CE21-41D1-A1AA-5CEFFB742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5218F9-BBBD-4396-8FE2-73B72F711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3FDDC5-51C1-4ECC-B85C-AAC85198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AC93C-EA11-4F57-A5AB-7E491DBF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B48993-CA73-471F-8F98-CB8B4FE6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8290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53A2F-084E-42A7-B8E3-AC381AA9D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A5A78E-933D-48C2-AE1D-31BA71B94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BE52B7-FB3D-4368-9551-4511842AE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01E2CB-1F06-42E2-978F-04EE62D0B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7C66B0-9437-4988-A850-15E7DB6E2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BE9B30-2D0D-4CA9-A967-A3810F2E9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7488F3-7B31-4582-83B1-8F7344A0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E949365-AE24-47B2-B703-4C4ACC4B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601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FBF27-E265-4D5C-A5F2-D9AB4204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0C17A1A-107C-4A66-9A8B-ADD814FF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1C5DA6-01BB-4A8A-A52E-A06AD26C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79C625-7C1E-4E10-A5C1-FD0BE612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942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D5F475-0372-4F08-AE83-EBEF8F41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6A801A-E098-454F-ADBD-83957655C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B59BD7-6B3A-45B2-9F55-9AD174A34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601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C1644-6177-42DE-9CF2-A62B4E162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9E920B-BBCD-406A-877E-194761A45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E55563-C1E4-4042-B38B-47F13E1F1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41C98C-C8F8-41EE-9F05-C307D888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6276BE-CE11-418B-80EA-C3884163B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587D16-4DF2-47D3-836C-E004C455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708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2E50C-3E89-449A-89AB-52F16F2D0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404774-3C04-47C9-A67F-09B1D66B4C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AA59C0-B319-46DE-92CD-8CAE8C908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D6F010-CF28-42E8-B5D8-4D1DE8311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A82B5A-2CF5-42C0-A3D9-D433BD1E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96C057-7872-49D9-BF9A-526125D3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968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AEE39-736B-4D17-AAA9-12868DA65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F3A5E3-6BD8-4960-B29F-2144837AF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3D431E-7525-4144-96C1-2A993680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CF6F79-F319-426A-9407-A5D5B93B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B8C690-EB80-40CF-9C22-E81FD765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769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799077-A459-457B-B09E-C510F2ACA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63E5F8-1F02-4D28-AA0B-64674BB8D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AFD9EE-D0BC-4979-B369-2C8DB4020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1A2396-6A1F-4C8D-8EBB-EA0065F6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9B2C8F-CC97-4572-A5C5-303E08AD2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2411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C684EA-4CE1-4341-AC2E-E9A4C36E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4EA01C-3F66-4F88-9FE4-315FD33DF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D56A9-6425-4ECB-A811-46991A2BF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890A0-498B-4F7A-9CE9-D6BB64F437B8}" type="datetimeFigureOut">
              <a:rPr lang="es-CO" smtClean="0"/>
              <a:t>17/12/2018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A59285-ABA9-4B33-96E3-9CC737067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7E3BBB-E8FD-48A1-A453-9DA486054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3850B-9BA5-4BD8-AE62-2B296A6C69D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3607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65CDC605-D550-4C95-9B95-DFFB87D26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4" y="637310"/>
            <a:ext cx="5458691" cy="5606472"/>
          </a:xfrm>
        </p:spPr>
        <p:txBody>
          <a:bodyPr/>
          <a:lstStyle/>
          <a:p>
            <a:r>
              <a:rPr lang="es-CO" sz="2800" b="1" dirty="0">
                <a:solidFill>
                  <a:schemeClr val="bg1"/>
                </a:solidFill>
              </a:rPr>
              <a:t>Nuevas Funciones en Bootstrap?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Estilos Flat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Más clases CSS para los colores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Estilos </a:t>
            </a:r>
            <a:r>
              <a:rPr lang="es-CO" dirty="0" err="1">
                <a:solidFill>
                  <a:schemeClr val="bg1"/>
                </a:solidFill>
              </a:rPr>
              <a:t>outline</a:t>
            </a:r>
            <a:r>
              <a:rPr lang="es-CO" dirty="0">
                <a:solidFill>
                  <a:schemeClr val="bg1"/>
                </a:solidFill>
              </a:rPr>
              <a:t> usando la clase: </a:t>
            </a:r>
            <a:r>
              <a:rPr lang="es-CO" dirty="0" err="1">
                <a:solidFill>
                  <a:schemeClr val="bg1"/>
                </a:solidFill>
              </a:rPr>
              <a:t>btn-outline</a:t>
            </a:r>
            <a:r>
              <a:rPr lang="es-CO" dirty="0">
                <a:solidFill>
                  <a:schemeClr val="bg1"/>
                </a:solidFill>
              </a:rPr>
              <a:t>, ejemplo: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Sistema de rejilla con </a:t>
            </a:r>
            <a:r>
              <a:rPr lang="es-CO" dirty="0" err="1">
                <a:solidFill>
                  <a:schemeClr val="bg1"/>
                </a:solidFill>
              </a:rPr>
              <a:t>Flexbox</a:t>
            </a: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Nueva clase CSS “–</a:t>
            </a:r>
            <a:r>
              <a:rPr lang="es-CO" dirty="0" err="1">
                <a:solidFill>
                  <a:schemeClr val="bg1"/>
                </a:solidFill>
              </a:rPr>
              <a:t>xl</a:t>
            </a:r>
            <a:r>
              <a:rPr lang="es-CO" dirty="0">
                <a:solidFill>
                  <a:schemeClr val="bg1"/>
                </a:solidFill>
              </a:rPr>
              <a:t>”, para dar soporte a resoluciones por encima de 1200px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Unidades de medida CSS “rem” y “em”, ya no se usan pixeles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dirty="0">
              <a:solidFill>
                <a:schemeClr val="bg1"/>
              </a:solidFill>
            </a:endParaRPr>
          </a:p>
          <a:p>
            <a:endParaRPr lang="es-CO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91BE517-29B5-456F-872D-E9A89AC32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56" y="2015231"/>
            <a:ext cx="4401085" cy="32743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FB98F9D-555B-4396-99CF-1510B28326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056" y="3272848"/>
            <a:ext cx="4401085" cy="31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0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65CDC605-D550-4C95-9B95-DFFB87D26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4" y="637310"/>
            <a:ext cx="5458691" cy="5606472"/>
          </a:xfrm>
        </p:spPr>
        <p:txBody>
          <a:bodyPr>
            <a:normAutofit fontScale="92500" lnSpcReduction="20000"/>
          </a:bodyPr>
          <a:lstStyle/>
          <a:p>
            <a:r>
              <a:rPr lang="es-CO" sz="2800" b="1" dirty="0" err="1">
                <a:solidFill>
                  <a:schemeClr val="bg1"/>
                </a:solidFill>
              </a:rPr>
              <a:t>Flexbox</a:t>
            </a:r>
            <a:r>
              <a:rPr lang="es-CO" sz="2800" b="1" dirty="0">
                <a:solidFill>
                  <a:schemeClr val="bg1"/>
                </a:solidFill>
              </a:rPr>
              <a:t> en Bootstrap?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Utilidades </a:t>
            </a:r>
            <a:r>
              <a:rPr lang="es-CO" dirty="0" err="1">
                <a:solidFill>
                  <a:schemeClr val="bg1"/>
                </a:solidFill>
              </a:rPr>
              <a:t>Flexbox</a:t>
            </a: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 err="1">
                <a:solidFill>
                  <a:schemeClr val="bg1"/>
                </a:solidFill>
              </a:rPr>
              <a:t>Flexbox</a:t>
            </a:r>
            <a:r>
              <a:rPr lang="es-CO" dirty="0">
                <a:solidFill>
                  <a:schemeClr val="bg1"/>
                </a:solidFill>
              </a:rPr>
              <a:t> se puede usar en el sistema de rejilla, componentes y demás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Ejemplos de clases CSS </a:t>
            </a:r>
            <a:r>
              <a:rPr lang="es-CO" dirty="0" err="1">
                <a:solidFill>
                  <a:schemeClr val="bg1"/>
                </a:solidFill>
              </a:rPr>
              <a:t>Flexbox</a:t>
            </a:r>
            <a:endParaRPr lang="es-CO" dirty="0">
              <a:solidFill>
                <a:schemeClr val="bg1"/>
              </a:solidFill>
            </a:endParaRPr>
          </a:p>
          <a:p>
            <a:pPr algn="l"/>
            <a:endParaRPr lang="es-CO" dirty="0">
              <a:solidFill>
                <a:schemeClr val="bg1"/>
              </a:solidFill>
            </a:endParaRPr>
          </a:p>
          <a:p>
            <a:pPr algn="l"/>
            <a:r>
              <a:rPr lang="es-CO" sz="2200" dirty="0">
                <a:solidFill>
                  <a:schemeClr val="bg1"/>
                </a:solidFill>
              </a:rPr>
              <a:t>d-</a:t>
            </a:r>
            <a:r>
              <a:rPr lang="es-CO" sz="2200" dirty="0" err="1">
                <a:solidFill>
                  <a:schemeClr val="bg1"/>
                </a:solidFill>
              </a:rPr>
              <a:t>flex</a:t>
            </a:r>
            <a:endParaRPr lang="es-CO" sz="2200" dirty="0">
              <a:solidFill>
                <a:schemeClr val="bg1"/>
              </a:solidFill>
            </a:endParaRPr>
          </a:p>
          <a:p>
            <a:pPr algn="l"/>
            <a:r>
              <a:rPr lang="es-CO" sz="2200" dirty="0">
                <a:solidFill>
                  <a:schemeClr val="bg1"/>
                </a:solidFill>
              </a:rPr>
              <a:t>d-</a:t>
            </a:r>
            <a:r>
              <a:rPr lang="es-CO" sz="2200" dirty="0" err="1">
                <a:solidFill>
                  <a:schemeClr val="bg1"/>
                </a:solidFill>
              </a:rPr>
              <a:t>inline</a:t>
            </a:r>
            <a:r>
              <a:rPr lang="es-CO" sz="2200" dirty="0">
                <a:solidFill>
                  <a:schemeClr val="bg1"/>
                </a:solidFill>
              </a:rPr>
              <a:t>-</a:t>
            </a:r>
            <a:r>
              <a:rPr lang="es-CO" sz="2200" dirty="0" err="1">
                <a:solidFill>
                  <a:schemeClr val="bg1"/>
                </a:solidFill>
              </a:rPr>
              <a:t>flex</a:t>
            </a:r>
            <a:endParaRPr lang="es-CO" sz="2200" dirty="0">
              <a:solidFill>
                <a:schemeClr val="bg1"/>
              </a:solidFill>
            </a:endParaRPr>
          </a:p>
          <a:p>
            <a:pPr algn="l"/>
            <a:r>
              <a:rPr lang="es-CO" sz="2200" dirty="0">
                <a:solidFill>
                  <a:schemeClr val="bg1"/>
                </a:solidFill>
              </a:rPr>
              <a:t>d-</a:t>
            </a:r>
            <a:r>
              <a:rPr lang="es-CO" sz="2200" dirty="0" err="1">
                <a:solidFill>
                  <a:schemeClr val="bg1"/>
                </a:solidFill>
              </a:rPr>
              <a:t>sm</a:t>
            </a:r>
            <a:r>
              <a:rPr lang="es-CO" sz="2200" dirty="0">
                <a:solidFill>
                  <a:schemeClr val="bg1"/>
                </a:solidFill>
              </a:rPr>
              <a:t>-</a:t>
            </a:r>
            <a:r>
              <a:rPr lang="es-CO" sz="2200" dirty="0" err="1">
                <a:solidFill>
                  <a:schemeClr val="bg1"/>
                </a:solidFill>
              </a:rPr>
              <a:t>flex</a:t>
            </a:r>
            <a:endParaRPr lang="es-CO" sz="2200" dirty="0">
              <a:solidFill>
                <a:schemeClr val="bg1"/>
              </a:solidFill>
            </a:endParaRPr>
          </a:p>
          <a:p>
            <a:pPr algn="l"/>
            <a:r>
              <a:rPr lang="es-CO" sz="2200" dirty="0">
                <a:solidFill>
                  <a:schemeClr val="bg1"/>
                </a:solidFill>
              </a:rPr>
              <a:t>d-</a:t>
            </a:r>
            <a:r>
              <a:rPr lang="es-CO" sz="2200" dirty="0" err="1">
                <a:solidFill>
                  <a:schemeClr val="bg1"/>
                </a:solidFill>
              </a:rPr>
              <a:t>sm</a:t>
            </a:r>
            <a:r>
              <a:rPr lang="es-CO" sz="2200" dirty="0">
                <a:solidFill>
                  <a:schemeClr val="bg1"/>
                </a:solidFill>
              </a:rPr>
              <a:t>-</a:t>
            </a:r>
            <a:r>
              <a:rPr lang="es-CO" sz="2200" dirty="0" err="1">
                <a:solidFill>
                  <a:schemeClr val="bg1"/>
                </a:solidFill>
              </a:rPr>
              <a:t>inline-flex</a:t>
            </a:r>
            <a:endParaRPr lang="es-CO" sz="2200" dirty="0">
              <a:solidFill>
                <a:schemeClr val="bg1"/>
              </a:solidFill>
            </a:endParaRPr>
          </a:p>
          <a:p>
            <a:pPr algn="l"/>
            <a:r>
              <a:rPr lang="es-CO" sz="2200" dirty="0">
                <a:solidFill>
                  <a:schemeClr val="bg1"/>
                </a:solidFill>
              </a:rPr>
              <a:t>d-</a:t>
            </a:r>
            <a:r>
              <a:rPr lang="es-CO" sz="2200" dirty="0" err="1">
                <a:solidFill>
                  <a:schemeClr val="bg1"/>
                </a:solidFill>
              </a:rPr>
              <a:t>md</a:t>
            </a:r>
            <a:r>
              <a:rPr lang="es-CO" sz="2200" dirty="0">
                <a:solidFill>
                  <a:schemeClr val="bg1"/>
                </a:solidFill>
              </a:rPr>
              <a:t>-</a:t>
            </a:r>
            <a:r>
              <a:rPr lang="es-CO" sz="2200" dirty="0" err="1">
                <a:solidFill>
                  <a:schemeClr val="bg1"/>
                </a:solidFill>
              </a:rPr>
              <a:t>flex</a:t>
            </a:r>
            <a:endParaRPr lang="es-CO" sz="2200" dirty="0">
              <a:solidFill>
                <a:schemeClr val="bg1"/>
              </a:solidFill>
            </a:endParaRPr>
          </a:p>
          <a:p>
            <a:pPr algn="l"/>
            <a:r>
              <a:rPr lang="es-CO" sz="2200" dirty="0">
                <a:solidFill>
                  <a:schemeClr val="bg1"/>
                </a:solidFill>
              </a:rPr>
              <a:t>d-</a:t>
            </a:r>
            <a:r>
              <a:rPr lang="es-CO" sz="2200" dirty="0" err="1">
                <a:solidFill>
                  <a:schemeClr val="bg1"/>
                </a:solidFill>
              </a:rPr>
              <a:t>md</a:t>
            </a:r>
            <a:r>
              <a:rPr lang="es-CO" sz="2200" dirty="0">
                <a:solidFill>
                  <a:schemeClr val="bg1"/>
                </a:solidFill>
              </a:rPr>
              <a:t>-</a:t>
            </a:r>
            <a:r>
              <a:rPr lang="es-CO" sz="2200" dirty="0" err="1">
                <a:solidFill>
                  <a:schemeClr val="bg1"/>
                </a:solidFill>
              </a:rPr>
              <a:t>inline-flex</a:t>
            </a:r>
            <a:endParaRPr lang="es-CO" sz="2200" dirty="0">
              <a:solidFill>
                <a:schemeClr val="bg1"/>
              </a:solidFill>
            </a:endParaRPr>
          </a:p>
          <a:p>
            <a:pPr algn="l"/>
            <a:r>
              <a:rPr lang="es-CO" sz="2200" dirty="0">
                <a:solidFill>
                  <a:schemeClr val="bg1"/>
                </a:solidFill>
              </a:rPr>
              <a:t>d-</a:t>
            </a:r>
            <a:r>
              <a:rPr lang="es-CO" sz="2200" dirty="0" err="1">
                <a:solidFill>
                  <a:schemeClr val="bg1"/>
                </a:solidFill>
              </a:rPr>
              <a:t>lg</a:t>
            </a:r>
            <a:r>
              <a:rPr lang="es-CO" sz="2200" dirty="0">
                <a:solidFill>
                  <a:schemeClr val="bg1"/>
                </a:solidFill>
              </a:rPr>
              <a:t>-</a:t>
            </a:r>
            <a:r>
              <a:rPr lang="es-CO" sz="2200" dirty="0" err="1">
                <a:solidFill>
                  <a:schemeClr val="bg1"/>
                </a:solidFill>
              </a:rPr>
              <a:t>flex</a:t>
            </a:r>
            <a:endParaRPr lang="es-CO" sz="2200" dirty="0">
              <a:solidFill>
                <a:schemeClr val="bg1"/>
              </a:solidFill>
            </a:endParaRPr>
          </a:p>
          <a:p>
            <a:pPr algn="l"/>
            <a:r>
              <a:rPr lang="es-CO" sz="2200" dirty="0">
                <a:solidFill>
                  <a:schemeClr val="bg1"/>
                </a:solidFill>
              </a:rPr>
              <a:t>d-</a:t>
            </a:r>
            <a:r>
              <a:rPr lang="es-CO" sz="2200" dirty="0" err="1">
                <a:solidFill>
                  <a:schemeClr val="bg1"/>
                </a:solidFill>
              </a:rPr>
              <a:t>lg</a:t>
            </a:r>
            <a:r>
              <a:rPr lang="es-CO" sz="2200" dirty="0">
                <a:solidFill>
                  <a:schemeClr val="bg1"/>
                </a:solidFill>
              </a:rPr>
              <a:t>-</a:t>
            </a:r>
            <a:r>
              <a:rPr lang="es-CO" sz="2200" dirty="0" err="1">
                <a:solidFill>
                  <a:schemeClr val="bg1"/>
                </a:solidFill>
              </a:rPr>
              <a:t>inline-flex</a:t>
            </a:r>
            <a:endParaRPr lang="es-CO" sz="2200" dirty="0">
              <a:solidFill>
                <a:schemeClr val="bg1"/>
              </a:solidFill>
            </a:endParaRPr>
          </a:p>
          <a:p>
            <a:pPr algn="l"/>
            <a:r>
              <a:rPr lang="es-CO" sz="2200" dirty="0">
                <a:solidFill>
                  <a:schemeClr val="bg1"/>
                </a:solidFill>
              </a:rPr>
              <a:t>d-</a:t>
            </a:r>
            <a:r>
              <a:rPr lang="es-CO" sz="2200" dirty="0" err="1">
                <a:solidFill>
                  <a:schemeClr val="bg1"/>
                </a:solidFill>
              </a:rPr>
              <a:t>xl</a:t>
            </a:r>
            <a:r>
              <a:rPr lang="es-CO" sz="2200" dirty="0">
                <a:solidFill>
                  <a:schemeClr val="bg1"/>
                </a:solidFill>
              </a:rPr>
              <a:t>-</a:t>
            </a:r>
            <a:r>
              <a:rPr lang="es-CO" sz="2200" dirty="0" err="1">
                <a:solidFill>
                  <a:schemeClr val="bg1"/>
                </a:solidFill>
              </a:rPr>
              <a:t>flex</a:t>
            </a:r>
            <a:endParaRPr lang="es-CO" sz="2200" dirty="0">
              <a:solidFill>
                <a:schemeClr val="bg1"/>
              </a:solidFill>
            </a:endParaRPr>
          </a:p>
          <a:p>
            <a:pPr algn="l"/>
            <a:r>
              <a:rPr lang="es-CO" sz="2200" dirty="0">
                <a:solidFill>
                  <a:schemeClr val="bg1"/>
                </a:solidFill>
              </a:rPr>
              <a:t>d-</a:t>
            </a:r>
            <a:r>
              <a:rPr lang="es-CO" sz="2200" dirty="0" err="1">
                <a:solidFill>
                  <a:schemeClr val="bg1"/>
                </a:solidFill>
              </a:rPr>
              <a:t>xl</a:t>
            </a:r>
            <a:r>
              <a:rPr lang="es-CO" sz="2200" dirty="0">
                <a:solidFill>
                  <a:schemeClr val="bg1"/>
                </a:solidFill>
              </a:rPr>
              <a:t>-</a:t>
            </a:r>
            <a:r>
              <a:rPr lang="es-CO" sz="2200" dirty="0" err="1">
                <a:solidFill>
                  <a:schemeClr val="bg1"/>
                </a:solidFill>
              </a:rPr>
              <a:t>inline-flex</a:t>
            </a:r>
            <a:endParaRPr lang="es-CO" sz="2200" dirty="0">
              <a:solidFill>
                <a:schemeClr val="bg1"/>
              </a:solidFill>
            </a:endParaRPr>
          </a:p>
          <a:p>
            <a:pPr algn="l"/>
            <a:endParaRPr lang="es-CO" dirty="0">
              <a:solidFill>
                <a:schemeClr val="bg1"/>
              </a:solidFill>
            </a:endParaRPr>
          </a:p>
          <a:p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63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65CDC605-D550-4C95-9B95-DFFB87D26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4" y="637310"/>
            <a:ext cx="5458691" cy="5606472"/>
          </a:xfrm>
        </p:spPr>
        <p:txBody>
          <a:bodyPr>
            <a:norm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Tarjetas?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bg1"/>
                </a:solidFill>
              </a:rPr>
              <a:t>Las Tarjetas usan </a:t>
            </a:r>
            <a:r>
              <a:rPr lang="es-CO" sz="1800" dirty="0" err="1">
                <a:solidFill>
                  <a:schemeClr val="bg1"/>
                </a:solidFill>
              </a:rPr>
              <a:t>Flexbox</a:t>
            </a:r>
            <a:endParaRPr lang="es-CO" sz="18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bg1"/>
                </a:solidFill>
              </a:rPr>
              <a:t>Reemplazan elementos de Bootstrap 3, como los </a:t>
            </a:r>
            <a:r>
              <a:rPr lang="es-CO" sz="1800" dirty="0" err="1">
                <a:solidFill>
                  <a:schemeClr val="bg1"/>
                </a:solidFill>
              </a:rPr>
              <a:t>panels</a:t>
            </a:r>
            <a:r>
              <a:rPr lang="es-CO" sz="1800" dirty="0">
                <a:solidFill>
                  <a:schemeClr val="bg1"/>
                </a:solidFill>
              </a:rPr>
              <a:t>, </a:t>
            </a:r>
            <a:r>
              <a:rPr lang="es-CO" sz="1800" dirty="0" err="1">
                <a:solidFill>
                  <a:schemeClr val="bg1"/>
                </a:solidFill>
              </a:rPr>
              <a:t>wells</a:t>
            </a:r>
            <a:r>
              <a:rPr lang="es-CO" sz="1800" dirty="0">
                <a:solidFill>
                  <a:schemeClr val="bg1"/>
                </a:solidFill>
              </a:rPr>
              <a:t> y </a:t>
            </a:r>
            <a:r>
              <a:rPr lang="es-CO" sz="1800" dirty="0" err="1">
                <a:solidFill>
                  <a:schemeClr val="bg1"/>
                </a:solidFill>
              </a:rPr>
              <a:t>thumbnails</a:t>
            </a:r>
            <a:endParaRPr lang="es-CO" sz="18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bg1"/>
                </a:solidFill>
              </a:rPr>
              <a:t>Los títulos de las tarjetas se escriben con la clase “.</a:t>
            </a:r>
            <a:r>
              <a:rPr lang="es-CO" sz="1800" dirty="0" err="1">
                <a:solidFill>
                  <a:schemeClr val="bg1"/>
                </a:solidFill>
              </a:rPr>
              <a:t>card-title</a:t>
            </a:r>
            <a:r>
              <a:rPr lang="es-CO" sz="1800" dirty="0">
                <a:solidFill>
                  <a:schemeClr val="bg1"/>
                </a:solidFill>
              </a:rPr>
              <a:t>”.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bg1"/>
                </a:solidFill>
              </a:rPr>
              <a:t>El cuerpo de texto se escribe con la clase “.</a:t>
            </a:r>
            <a:r>
              <a:rPr lang="es-CO" sz="1800" dirty="0" err="1">
                <a:solidFill>
                  <a:schemeClr val="bg1"/>
                </a:solidFill>
              </a:rPr>
              <a:t>card-body</a:t>
            </a:r>
            <a:r>
              <a:rPr lang="es-CO" sz="1800" dirty="0">
                <a:solidFill>
                  <a:schemeClr val="bg1"/>
                </a:solidFill>
              </a:rPr>
              <a:t>”</a:t>
            </a:r>
            <a:endParaRPr lang="es-CO" sz="1800" u="sng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bg1"/>
                </a:solidFill>
              </a:rPr>
              <a:t>Soportan imágenes en el </a:t>
            </a:r>
          </a:p>
          <a:p>
            <a:pPr algn="l"/>
            <a:r>
              <a:rPr lang="es-CO" sz="1800" dirty="0">
                <a:solidFill>
                  <a:schemeClr val="bg1"/>
                </a:solidFill>
              </a:rPr>
              <a:t>encabezado</a:t>
            </a:r>
          </a:p>
          <a:p>
            <a:endParaRPr lang="es-CO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414FE91-C225-4CF4-BD6C-349CC54E8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90" y="3193069"/>
            <a:ext cx="2347959" cy="313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0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65CDC605-D550-4C95-9B95-DFFB87D26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4" y="637310"/>
            <a:ext cx="5458691" cy="5606472"/>
          </a:xfrm>
        </p:spPr>
        <p:txBody>
          <a:bodyPr>
            <a:norm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Formularios en Bootstrap?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.</a:t>
            </a:r>
            <a:r>
              <a:rPr lang="es-CO" dirty="0" err="1">
                <a:solidFill>
                  <a:schemeClr val="bg1"/>
                </a:solidFill>
              </a:rPr>
              <a:t>form</a:t>
            </a:r>
            <a:r>
              <a:rPr lang="es-CO" dirty="0">
                <a:solidFill>
                  <a:schemeClr val="bg1"/>
                </a:solidFill>
              </a:rPr>
              <a:t>-control-</a:t>
            </a:r>
            <a:r>
              <a:rPr lang="es-CO" dirty="0" err="1">
                <a:solidFill>
                  <a:schemeClr val="bg1"/>
                </a:solidFill>
              </a:rPr>
              <a:t>lg</a:t>
            </a:r>
            <a:r>
              <a:rPr lang="es-CO" dirty="0">
                <a:solidFill>
                  <a:schemeClr val="bg1"/>
                </a:solidFill>
              </a:rPr>
              <a:t> y .</a:t>
            </a:r>
            <a:r>
              <a:rPr lang="es-CO" dirty="0" err="1">
                <a:solidFill>
                  <a:schemeClr val="bg1"/>
                </a:solidFill>
              </a:rPr>
              <a:t>form</a:t>
            </a:r>
            <a:r>
              <a:rPr lang="es-CO" dirty="0">
                <a:solidFill>
                  <a:schemeClr val="bg1"/>
                </a:solidFill>
              </a:rPr>
              <a:t>-control-</a:t>
            </a:r>
            <a:r>
              <a:rPr lang="es-CO" dirty="0" err="1">
                <a:solidFill>
                  <a:schemeClr val="bg1"/>
                </a:solidFill>
              </a:rPr>
              <a:t>sm</a:t>
            </a:r>
            <a:r>
              <a:rPr lang="es-CO" dirty="0">
                <a:solidFill>
                  <a:schemeClr val="bg1"/>
                </a:solidFill>
              </a:rPr>
              <a:t> para aumentar o disminuir el tamaño de las entradas “inputs”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Para usar formularios con el sistema de rejilla, se deben usar la case “.</a:t>
            </a:r>
            <a:r>
              <a:rPr lang="es-CO" dirty="0" err="1">
                <a:solidFill>
                  <a:schemeClr val="bg1"/>
                </a:solidFill>
              </a:rPr>
              <a:t>row</a:t>
            </a:r>
            <a:r>
              <a:rPr lang="es-CO" dirty="0">
                <a:solidFill>
                  <a:schemeClr val="bg1"/>
                </a:solidFill>
              </a:rPr>
              <a:t>” y “.col-</a:t>
            </a:r>
            <a:r>
              <a:rPr lang="es-CO" dirty="0" err="1">
                <a:solidFill>
                  <a:schemeClr val="bg1"/>
                </a:solidFill>
              </a:rPr>
              <a:t>form</a:t>
            </a:r>
            <a:r>
              <a:rPr lang="es-CO" dirty="0">
                <a:solidFill>
                  <a:schemeClr val="bg1"/>
                </a:solidFill>
              </a:rPr>
              <a:t>-</a:t>
            </a:r>
            <a:r>
              <a:rPr lang="es-CO" dirty="0" err="1">
                <a:solidFill>
                  <a:schemeClr val="bg1"/>
                </a:solidFill>
              </a:rPr>
              <a:t>label</a:t>
            </a:r>
            <a:r>
              <a:rPr lang="es-CO" dirty="0">
                <a:solidFill>
                  <a:schemeClr val="bg1"/>
                </a:solidFill>
              </a:rPr>
              <a:t>” para los </a:t>
            </a:r>
            <a:r>
              <a:rPr lang="es-CO" dirty="0" err="1">
                <a:solidFill>
                  <a:schemeClr val="bg1"/>
                </a:solidFill>
              </a:rPr>
              <a:t>labels</a:t>
            </a: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Para las ayudas de texto ahora se usa la clase “.</a:t>
            </a:r>
            <a:r>
              <a:rPr lang="es-CO" dirty="0" err="1">
                <a:solidFill>
                  <a:schemeClr val="bg1"/>
                </a:solidFill>
              </a:rPr>
              <a:t>form-text</a:t>
            </a:r>
            <a:r>
              <a:rPr lang="es-CO" dirty="0">
                <a:solidFill>
                  <a:schemeClr val="bg1"/>
                </a:solidFill>
              </a:rPr>
              <a:t>” y se elimina la clase “.</a:t>
            </a:r>
            <a:r>
              <a:rPr lang="es-CO" dirty="0" err="1">
                <a:solidFill>
                  <a:schemeClr val="bg1"/>
                </a:solidFill>
              </a:rPr>
              <a:t>help</a:t>
            </a:r>
            <a:r>
              <a:rPr lang="es-CO" dirty="0">
                <a:solidFill>
                  <a:schemeClr val="bg1"/>
                </a:solidFill>
              </a:rPr>
              <a:t>-block”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Eliminada la clase .</a:t>
            </a:r>
            <a:r>
              <a:rPr lang="es-CO" dirty="0" err="1">
                <a:solidFill>
                  <a:schemeClr val="bg1"/>
                </a:solidFill>
              </a:rPr>
              <a:t>form</a:t>
            </a:r>
            <a:r>
              <a:rPr lang="es-CO" dirty="0">
                <a:solidFill>
                  <a:schemeClr val="bg1"/>
                </a:solidFill>
              </a:rPr>
              <a:t>-horizontal</a:t>
            </a:r>
          </a:p>
          <a:p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710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65CDC605-D550-4C95-9B95-DFFB87D26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254" y="637310"/>
            <a:ext cx="5458691" cy="5606472"/>
          </a:xfrm>
        </p:spPr>
        <p:txBody>
          <a:bodyPr>
            <a:norm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Otros cambios en Bootstrap?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Se estandariza SASS en vez de LESS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Uso de la librería </a:t>
            </a:r>
            <a:r>
              <a:rPr lang="es-CO" b="1" dirty="0" err="1">
                <a:solidFill>
                  <a:schemeClr val="bg1"/>
                </a:solidFill>
              </a:rPr>
              <a:t>Libsass</a:t>
            </a:r>
            <a:r>
              <a:rPr lang="es-CO" dirty="0">
                <a:solidFill>
                  <a:schemeClr val="bg1"/>
                </a:solidFill>
              </a:rPr>
              <a:t> para compilar más rápido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Fuentes y encabezados más grandes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 err="1">
                <a:solidFill>
                  <a:schemeClr val="bg1"/>
                </a:solidFill>
              </a:rPr>
              <a:t>Reboot</a:t>
            </a:r>
            <a:r>
              <a:rPr lang="es-CO" dirty="0">
                <a:solidFill>
                  <a:schemeClr val="bg1"/>
                </a:solidFill>
              </a:rPr>
              <a:t> CSS en vez de </a:t>
            </a:r>
            <a:r>
              <a:rPr lang="es-CO" dirty="0" err="1">
                <a:solidFill>
                  <a:schemeClr val="bg1"/>
                </a:solidFill>
              </a:rPr>
              <a:t>Normilize</a:t>
            </a:r>
            <a:r>
              <a:rPr lang="es-CO" dirty="0">
                <a:solidFill>
                  <a:schemeClr val="bg1"/>
                </a:solidFill>
              </a:rPr>
              <a:t> </a:t>
            </a:r>
            <a:r>
              <a:rPr lang="es-CO" dirty="0" err="1">
                <a:solidFill>
                  <a:schemeClr val="bg1"/>
                </a:solidFill>
              </a:rPr>
              <a:t>css</a:t>
            </a: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Tablas inversas con la clase: “.table-</a:t>
            </a:r>
            <a:r>
              <a:rPr lang="es-CO" dirty="0" err="1">
                <a:solidFill>
                  <a:schemeClr val="bg1"/>
                </a:solidFill>
              </a:rPr>
              <a:t>dark</a:t>
            </a:r>
            <a:r>
              <a:rPr lang="es-CO" dirty="0">
                <a:solidFill>
                  <a:schemeClr val="bg1"/>
                </a:solidFill>
              </a:rPr>
              <a:t>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Clases CSS para tamaño y espaciado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bg1"/>
                </a:solidFill>
              </a:rPr>
              <a:t>Se eliminan los </a:t>
            </a:r>
            <a:r>
              <a:rPr lang="es-CO" dirty="0" err="1">
                <a:solidFill>
                  <a:schemeClr val="bg1"/>
                </a:solidFill>
              </a:rPr>
              <a:t>glyphicons</a:t>
            </a:r>
            <a:r>
              <a:rPr lang="es-CO" dirty="0">
                <a:solidFill>
                  <a:schemeClr val="bg1"/>
                </a:solidFill>
              </a:rPr>
              <a:t>, en su lugar se usan los íconos de “Font-</a:t>
            </a:r>
            <a:r>
              <a:rPr lang="es-CO" dirty="0" err="1">
                <a:solidFill>
                  <a:schemeClr val="bg1"/>
                </a:solidFill>
              </a:rPr>
              <a:t>Awesome</a:t>
            </a:r>
            <a:r>
              <a:rPr lang="es-CO" dirty="0">
                <a:solidFill>
                  <a:schemeClr val="bg1"/>
                </a:solidFill>
              </a:rPr>
              <a:t>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dirty="0">
              <a:solidFill>
                <a:schemeClr val="bg1"/>
              </a:solidFill>
            </a:endParaRPr>
          </a:p>
          <a:p>
            <a:pPr algn="l"/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7419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277</Words>
  <Application>Microsoft Office PowerPoint</Application>
  <PresentationFormat>Panorámica</PresentationFormat>
  <Paragraphs>48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</dc:creator>
  <cp:lastModifiedBy>Jose</cp:lastModifiedBy>
  <cp:revision>28</cp:revision>
  <dcterms:created xsi:type="dcterms:W3CDTF">2018-11-28T03:33:16Z</dcterms:created>
  <dcterms:modified xsi:type="dcterms:W3CDTF">2018-12-18T00:50:04Z</dcterms:modified>
</cp:coreProperties>
</file>