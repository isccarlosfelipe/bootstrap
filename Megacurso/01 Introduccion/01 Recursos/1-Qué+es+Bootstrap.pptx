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598B0-3A78-41C3-9A6E-6820EFB05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74D7A-A115-448C-BD8E-F34994D3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9C8FC-FF27-43E4-A890-2C85EE81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9A425C-163C-43F0-9DE4-A6A27F3B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F256E2-F6DA-4179-863B-A91B822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6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C6070-553D-444A-95E7-E256193A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18020-1619-4579-9DF6-CBBD7AE9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4BECC8-7A34-4F11-A998-BF86AFD9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BFEC22-1031-4F81-8946-FA18066E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E02021-837A-4FBE-A231-13886146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97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B0BD8-B521-456D-96A2-D175C6A5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0B9E43-930D-4098-9123-56829CD7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1E3DE-68C2-41BE-AB2D-8803DEBD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0F6F0-2486-49F5-9E3D-0A919D62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3B064F-D43C-4348-B0B3-5AE08C2E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67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1E233-6F97-4966-A158-F3F2D184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423E6-CE21-41D1-A1AA-5CEFFB742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5218F9-BBBD-4396-8FE2-73B72F711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3FDDC5-51C1-4ECC-B85C-AAC85198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AC93C-EA11-4F57-A5AB-7E491DBF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B48993-CA73-471F-8F98-CB8B4FE6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829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53A2F-084E-42A7-B8E3-AC381AA9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5A78E-933D-48C2-AE1D-31BA71B94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BE52B7-FB3D-4368-9551-4511842AE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01E2CB-1F06-42E2-978F-04EE62D0B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7C66B0-9437-4988-A850-15E7DB6E2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BE9B30-2D0D-4CA9-A967-A3810F2E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7488F3-7B31-4582-83B1-8F7344A0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949365-AE24-47B2-B703-4C4ACC4B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601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FBF27-E265-4D5C-A5F2-D9AB4204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C17A1A-107C-4A66-9A8B-ADD814FF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1C5DA6-01BB-4A8A-A52E-A06AD26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79C625-7C1E-4E10-A5C1-FD0BE612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942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D5F475-0372-4F08-AE83-EBEF8F41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6A801A-E098-454F-ADBD-83957655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59BD7-6B3A-45B2-9F55-9AD174A3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01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C1644-6177-42DE-9CF2-A62B4E16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9E920B-BBCD-406A-877E-194761A45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E55563-C1E4-4042-B38B-47F13E1F1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1C98C-C8F8-41EE-9F05-C307D888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6276BE-CE11-418B-80EA-C3884163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87D16-4DF2-47D3-836C-E004C455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08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2E50C-3E89-449A-89AB-52F16F2D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404774-3C04-47C9-A67F-09B1D66B4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AA59C0-B319-46DE-92CD-8CAE8C908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D6F010-CF28-42E8-B5D8-4D1DE831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82B5A-2CF5-42C0-A3D9-D433BD1E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96C057-7872-49D9-BF9A-526125D3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968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AEE39-736B-4D17-AAA9-12868DA6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F3A5E3-6BD8-4960-B29F-2144837AF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3D431E-7525-4144-96C1-2A993680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CF6F79-F319-426A-9407-A5D5B93B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8C690-EB80-40CF-9C22-E81FD765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769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799077-A459-457B-B09E-C510F2ACA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63E5F8-1F02-4D28-AA0B-64674BB8D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FD9EE-D0BC-4979-B369-2C8DB402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A2396-6A1F-4C8D-8EBB-EA0065F6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B2C8F-CC97-4572-A5C5-303E08AD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41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C684EA-4CE1-4341-AC2E-E9A4C36E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4EA01C-3F66-4F88-9FE4-315FD33D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D56A9-6425-4ECB-A811-46991A2B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59285-ABA9-4B33-96E3-9CC737067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E3BBB-E8FD-48A1-A453-9DA486054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60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Qué es Bootstrap?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Bootstrap es un </a:t>
            </a:r>
            <a:r>
              <a:rPr lang="es-CO" dirty="0" err="1">
                <a:solidFill>
                  <a:schemeClr val="bg1"/>
                </a:solidFill>
              </a:rPr>
              <a:t>framework</a:t>
            </a:r>
            <a:r>
              <a:rPr lang="es-CO" dirty="0">
                <a:solidFill>
                  <a:schemeClr val="bg1"/>
                </a:solidFill>
              </a:rPr>
              <a:t> HTML5, CSS3 y JavaScript para la creación de sitios web y aplicaciones modernas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Mobile </a:t>
            </a:r>
            <a:r>
              <a:rPr lang="es-CO" dirty="0" err="1">
                <a:solidFill>
                  <a:schemeClr val="bg1"/>
                </a:solidFill>
              </a:rPr>
              <a:t>First</a:t>
            </a:r>
            <a:r>
              <a:rPr lang="es-CO" dirty="0">
                <a:solidFill>
                  <a:schemeClr val="bg1"/>
                </a:solidFill>
              </a:rPr>
              <a:t> (Metodología que trata de pensar en el diseño primeramente para dispositivos móviles y de ahí escalar a pantallas más grandes)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Es libre (Open </a:t>
            </a:r>
            <a:r>
              <a:rPr lang="es-CO" dirty="0" err="1">
                <a:solidFill>
                  <a:schemeClr val="bg1"/>
                </a:solidFill>
              </a:rPr>
              <a:t>source</a:t>
            </a:r>
            <a:r>
              <a:rPr lang="es-CO" dirty="0">
                <a:solidFill>
                  <a:schemeClr val="bg1"/>
                </a:solidFill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Sistema de r</a:t>
            </a:r>
            <a:r>
              <a:rPr lang="es-CO" dirty="0" smtClean="0">
                <a:solidFill>
                  <a:schemeClr val="bg1"/>
                </a:solidFill>
              </a:rPr>
              <a:t>ejilla 12 columnas, </a:t>
            </a:r>
            <a:r>
              <a:rPr lang="es-CO" dirty="0">
                <a:solidFill>
                  <a:schemeClr val="bg1"/>
                </a:solidFill>
              </a:rPr>
              <a:t>Diseño Responsivo (</a:t>
            </a:r>
            <a:r>
              <a:rPr lang="es-CO" dirty="0" err="1">
                <a:solidFill>
                  <a:schemeClr val="bg1"/>
                </a:solidFill>
              </a:rPr>
              <a:t>Maquetear</a:t>
            </a:r>
            <a:r>
              <a:rPr lang="es-CO" dirty="0">
                <a:solidFill>
                  <a:schemeClr val="bg1"/>
                </a:solidFill>
              </a:rPr>
              <a:t> por columnas)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Clases CSS y plantillas prefabricadas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Widgets y </a:t>
            </a:r>
            <a:r>
              <a:rPr lang="es-CO" dirty="0" err="1">
                <a:solidFill>
                  <a:schemeClr val="bg1"/>
                </a:solidFill>
              </a:rPr>
              <a:t>plugins</a:t>
            </a:r>
            <a:r>
              <a:rPr lang="es-CO" dirty="0">
                <a:solidFill>
                  <a:schemeClr val="bg1"/>
                </a:solidFill>
              </a:rPr>
              <a:t> </a:t>
            </a:r>
            <a:r>
              <a:rPr lang="es-CO" dirty="0" err="1">
                <a:solidFill>
                  <a:schemeClr val="bg1"/>
                </a:solidFill>
              </a:rPr>
              <a:t>Javascript</a:t>
            </a:r>
            <a:endParaRPr lang="es-CO" dirty="0">
              <a:solidFill>
                <a:schemeClr val="bg1"/>
              </a:solidFill>
            </a:endParaRPr>
          </a:p>
          <a:p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4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Características de Bootstrap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Desarrollo rápido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Curva de aprendizaje fácil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Diseño </a:t>
            </a:r>
            <a:r>
              <a:rPr lang="es-CO" dirty="0" err="1">
                <a:solidFill>
                  <a:schemeClr val="bg1"/>
                </a:solidFill>
              </a:rPr>
              <a:t>responsive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Compatibilidad con diferentes navegadores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Clases y componentes para muchas cosas (Botones, formularios, menús, navegación, listas, imágenes, </a:t>
            </a:r>
            <a:r>
              <a:rPr lang="es-CO" dirty="0" err="1">
                <a:solidFill>
                  <a:schemeClr val="bg1"/>
                </a:solidFill>
              </a:rPr>
              <a:t>popup</a:t>
            </a:r>
            <a:r>
              <a:rPr lang="es-CO" dirty="0">
                <a:solidFill>
                  <a:schemeClr val="bg1"/>
                </a:solidFill>
              </a:rPr>
              <a:t>, tarjetas, y más)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Widgets y componentes </a:t>
            </a:r>
            <a:r>
              <a:rPr lang="es-CO" dirty="0" err="1">
                <a:solidFill>
                  <a:schemeClr val="bg1"/>
                </a:solidFill>
              </a:rPr>
              <a:t>JavasCript</a:t>
            </a:r>
            <a:r>
              <a:rPr lang="es-CO" dirty="0">
                <a:solidFill>
                  <a:schemeClr val="bg1"/>
                </a:solidFill>
              </a:rPr>
              <a:t> (Carrusel, </a:t>
            </a:r>
            <a:r>
              <a:rPr lang="es-CO" dirty="0" err="1">
                <a:solidFill>
                  <a:schemeClr val="bg1"/>
                </a:solidFill>
              </a:rPr>
              <a:t>popup</a:t>
            </a:r>
            <a:r>
              <a:rPr lang="es-CO" dirty="0">
                <a:solidFill>
                  <a:schemeClr val="bg1"/>
                </a:solidFill>
              </a:rPr>
              <a:t>, </a:t>
            </a:r>
            <a:r>
              <a:rPr lang="es-CO" dirty="0" err="1">
                <a:solidFill>
                  <a:schemeClr val="bg1"/>
                </a:solidFill>
              </a:rPr>
              <a:t>acordeon</a:t>
            </a:r>
            <a:r>
              <a:rPr lang="es-CO" dirty="0">
                <a:solidFill>
                  <a:schemeClr val="bg1"/>
                </a:solidFill>
              </a:rPr>
              <a:t> o colapsable)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22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Formas de Instalar Bootstrap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Instalación en local (Descargando e incluyendo los archivos)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Inclusión desde el CDN (Content </a:t>
            </a:r>
            <a:r>
              <a:rPr lang="es-CO" dirty="0" err="1">
                <a:solidFill>
                  <a:schemeClr val="bg1"/>
                </a:solidFill>
              </a:rPr>
              <a:t>delivery</a:t>
            </a:r>
            <a:r>
              <a:rPr lang="es-CO" dirty="0">
                <a:solidFill>
                  <a:schemeClr val="bg1"/>
                </a:solidFill>
              </a:rPr>
              <a:t> </a:t>
            </a:r>
            <a:r>
              <a:rPr lang="es-CO" dirty="0" err="1">
                <a:solidFill>
                  <a:schemeClr val="bg1"/>
                </a:solidFill>
              </a:rPr>
              <a:t>network</a:t>
            </a:r>
            <a:r>
              <a:rPr lang="es-CO" dirty="0">
                <a:solidFill>
                  <a:schemeClr val="bg1"/>
                </a:solidFill>
              </a:rPr>
              <a:t> o red de distribución de contenidos)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mtClean="0">
                <a:solidFill>
                  <a:schemeClr val="bg1"/>
                </a:solidFill>
              </a:rPr>
              <a:t>Usando </a:t>
            </a:r>
            <a:r>
              <a:rPr lang="es-CO" dirty="0">
                <a:solidFill>
                  <a:schemeClr val="bg1"/>
                </a:solidFill>
              </a:rPr>
              <a:t>manejadores de paquetes (NPM), este último un poco más complejo, se usa desde la línea de comandos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0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Utilidades Bootstrap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Sistema de rejilla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Posicionamiento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Espaciado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Tamaño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Alineación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Tipografía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Imágenes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Colores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Utilidades </a:t>
            </a:r>
            <a:r>
              <a:rPr lang="es-CO" dirty="0" err="1">
                <a:solidFill>
                  <a:schemeClr val="bg1"/>
                </a:solidFill>
              </a:rPr>
              <a:t>responsive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79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Componentes CSS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Tablas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Formularios y campos de entrada (input)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Barras de progreso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Alertas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Tarjetas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Menús, navegación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Botones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Paginación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Elementos multimedia (Videos </a:t>
            </a:r>
            <a:r>
              <a:rPr lang="es-CO" dirty="0" err="1">
                <a:solidFill>
                  <a:schemeClr val="bg1"/>
                </a:solidFill>
              </a:rPr>
              <a:t>youtube</a:t>
            </a:r>
            <a:r>
              <a:rPr lang="es-CO" dirty="0">
                <a:solidFill>
                  <a:schemeClr val="bg1"/>
                </a:solidFill>
              </a:rPr>
              <a:t>, </a:t>
            </a:r>
            <a:r>
              <a:rPr lang="es-CO" dirty="0" err="1">
                <a:solidFill>
                  <a:schemeClr val="bg1"/>
                </a:solidFill>
              </a:rPr>
              <a:t>etc</a:t>
            </a:r>
            <a:r>
              <a:rPr lang="es-CO" dirty="0">
                <a:solidFill>
                  <a:schemeClr val="bg1"/>
                </a:solidFill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90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Componentes y widgets </a:t>
            </a:r>
            <a:r>
              <a:rPr lang="es-CO" sz="2800" b="1" dirty="0" err="1">
                <a:solidFill>
                  <a:schemeClr val="bg1"/>
                </a:solidFill>
              </a:rPr>
              <a:t>Javascript</a:t>
            </a:r>
            <a:endParaRPr lang="es-CO" sz="2800" b="1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Acordeón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Slider, carrusel de imágenes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Modales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chemeClr val="bg1"/>
                </a:solidFill>
              </a:rPr>
              <a:t>Tooltips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chemeClr val="bg1"/>
                </a:solidFill>
              </a:rPr>
              <a:t>Popovers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chemeClr val="bg1"/>
                </a:solidFill>
              </a:rPr>
              <a:t>Scrollspy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25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6DF36EF-9C87-4B8F-ABB7-F4C562D00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445766"/>
          </a:xfrm>
        </p:spPr>
        <p:txBody>
          <a:bodyPr>
            <a:normAutofit lnSpcReduction="10000"/>
          </a:bodyPr>
          <a:lstStyle/>
          <a:p>
            <a:r>
              <a:rPr lang="es-CO" sz="2800" b="1" dirty="0">
                <a:solidFill>
                  <a:srgbClr val="FFFF00"/>
                </a:solidFill>
              </a:rPr>
              <a:t>Suscríbete </a:t>
            </a:r>
            <a:r>
              <a:rPr lang="es-CO" sz="2800" b="1" dirty="0">
                <a:solidFill>
                  <a:schemeClr val="bg1"/>
                </a:solidFill>
              </a:rPr>
              <a:t>y síguenos</a:t>
            </a:r>
          </a:p>
          <a:p>
            <a:pPr algn="l"/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7C4A2D-C7CC-457A-A5C8-A9BB77D6C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889" y="1465656"/>
            <a:ext cx="5281114" cy="455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79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238</Words>
  <Application>Microsoft Office PowerPoint</Application>
  <PresentationFormat>Panorámica</PresentationFormat>
  <Paragraphs>46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</dc:creator>
  <cp:lastModifiedBy>Jose</cp:lastModifiedBy>
  <cp:revision>22</cp:revision>
  <dcterms:created xsi:type="dcterms:W3CDTF">2018-11-28T03:33:16Z</dcterms:created>
  <dcterms:modified xsi:type="dcterms:W3CDTF">2018-12-18T00:36:43Z</dcterms:modified>
</cp:coreProperties>
</file>